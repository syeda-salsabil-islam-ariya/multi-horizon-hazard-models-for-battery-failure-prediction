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B477DA-239F-4666-8B7F-416448BDBD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A16A63-454A-4799-BB91-EEB2DB1176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11276D-7344-4653-8F04-14FCAFDE03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072425-2EBD-4EF8-97D3-BCB1FA4B78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9C78A8-CF95-4570-B333-984401AB33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BE355A-4D78-42B5-AADA-0468CA9146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BF0F44-11F6-498E-A0F5-22F6FAAF1C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088FCB-1C1F-47AB-BF37-7080E95276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8CFF5D-79FC-4911-A0B1-4BC39C2E1A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85C6F5-7CB4-4765-A8B8-BC1559102A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23C78E-C4F4-4CC9-907A-A36746BE0C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914400" y="18288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Multi-Horizon Hazard Models for</a:t>
            </a:r>
            <a:br>
              <a:rPr sz="3800"/>
            </a:br>
            <a:r>
              <a:rPr lang="en-US" sz="3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Battery Failure Prediction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914400" y="347472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Can we predict battery failure across different chemistries?</a:t>
            </a:r>
            <a:br>
              <a:rPr sz="1800"/>
            </a:br>
            <a:br>
              <a:rPr sz="1800"/>
            </a:br>
            <a:r>
              <a:rPr lang="en-US" sz="18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[Author Name] · [Affiliation]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640080" y="36576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The Problem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2"/>
          <p:cNvSpPr/>
          <p:nvPr/>
        </p:nvSpPr>
        <p:spPr>
          <a:xfrm>
            <a:off x="640080" y="1188720"/>
            <a:ext cx="10881000" cy="25200"/>
          </a:xfrm>
          <a:prstGeom prst="rect">
            <a:avLst/>
          </a:prstGeom>
          <a:noFill/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640080" y="1920240"/>
            <a:ext cx="108810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Batteries fail over time — we want to predict failure before it happens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This helps EVs, phones, and grid storage operate safely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Previous work tested only ONE battery type (LCO laptop batteries)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Question 1: Do different AI models give different results?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Question 2: Can we train on one chemistry and predict on another?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640080" y="36576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What Does "Failure" Mean?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2"/>
          <p:cNvSpPr/>
          <p:nvPr/>
        </p:nvSpPr>
        <p:spPr>
          <a:xfrm>
            <a:off x="640080" y="1188720"/>
            <a:ext cx="10881000" cy="25200"/>
          </a:xfrm>
          <a:prstGeom prst="rect">
            <a:avLst/>
          </a:prstGeom>
          <a:noFill/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640080" y="1920240"/>
            <a:ext cx="108810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We check two vital signs, like a doctor checking health: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 1. State-of-Health (SOH) — battery capacity dropped below 80%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 2. Voltage Sag — power drops suddenly before capacity fades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Either one triggered = "failure" label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Once triggered, stays triggered — batteries don't heal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640080" y="36576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The Batteries We Tested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2"/>
          <p:cNvSpPr/>
          <p:nvPr/>
        </p:nvSpPr>
        <p:spPr>
          <a:xfrm>
            <a:off x="640080" y="1188720"/>
            <a:ext cx="10881000" cy="25200"/>
          </a:xfrm>
          <a:prstGeom prst="rect">
            <a:avLst/>
          </a:prstGeom>
          <a:noFill/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640080" y="1920240"/>
            <a:ext cx="108810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NASA 18650: 37 LCO cells (laptop chemistry), ~300 cycles each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CALCE LCO/CX2: 7 LCO cells, 775–1952 cycles each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Oxford LFP: 5 LFP cells (EV chemistry), ~300 cycles each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LCO → test. LFP → test. Train on LCO, predict LFP? That's the key question.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640080" y="36576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How We Tested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2"/>
          <p:cNvSpPr/>
          <p:nvPr/>
        </p:nvSpPr>
        <p:spPr>
          <a:xfrm>
            <a:off x="640080" y="1188720"/>
            <a:ext cx="10881000" cy="25200"/>
          </a:xfrm>
          <a:prstGeom prst="rect">
            <a:avLst/>
          </a:prstGeom>
          <a:noFill/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640080" y="1920240"/>
            <a:ext cx="108810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Three AI models: XGBoost, LightGBM, Random Forest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Four prediction windows: 10, 20, 30, 50 cycles ahead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Two calibration methods: isotonic (freehand) vs Platt (smooth curve)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⚠ Critical: test with SOH feature AND without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640080" y="27432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Finding 1: Works on Known Batteries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2" descr="Fig01_Within_Dataset_AUC.png"/>
          <p:cNvPicPr/>
          <p:nvPr/>
        </p:nvPicPr>
        <p:blipFill>
          <a:blip r:embed="rId1"/>
          <a:stretch/>
        </p:blipFill>
        <p:spPr>
          <a:xfrm>
            <a:off x="1600200" y="728640"/>
            <a:ext cx="8686800" cy="521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Box 3"/>
          <p:cNvSpPr/>
          <p:nvPr/>
        </p:nvSpPr>
        <p:spPr>
          <a:xfrm>
            <a:off x="640080" y="594360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All three models score AUC ≥ 0.85 on NASA and CALCE — the framework is reliable on familiar chemistries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640080" y="27432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Finding 2: Longer Windows = Easier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2" descr="Fig05_MultiHorizon_AUC.png"/>
          <p:cNvPicPr/>
          <p:nvPr/>
        </p:nvPicPr>
        <p:blipFill>
          <a:blip r:embed="rId1"/>
          <a:stretch/>
        </p:blipFill>
        <p:spPr>
          <a:xfrm>
            <a:off x="1828800" y="914400"/>
            <a:ext cx="7772400" cy="49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Box 3"/>
          <p:cNvSpPr/>
          <p:nvPr/>
        </p:nvSpPr>
        <p:spPr>
          <a:xfrm>
            <a:off x="640080" y="594360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Predicting 50 cycles ahead is easier than 10 — more time gives more data to work with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640080" y="27432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Finding 3: Getting Probabilities Right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Picture 2" descr="Fig02_Calibration_Comparison.png"/>
          <p:cNvPicPr/>
          <p:nvPr/>
        </p:nvPicPr>
        <p:blipFill>
          <a:blip r:embed="rId1"/>
          <a:stretch/>
        </p:blipFill>
        <p:spPr>
          <a:xfrm>
            <a:off x="914400" y="1097280"/>
            <a:ext cx="10332360" cy="358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Box 3"/>
          <p:cNvSpPr/>
          <p:nvPr/>
        </p:nvSpPr>
        <p:spPr>
          <a:xfrm>
            <a:off x="640080" y="594360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Platt calibration (solid lines) always beats isotonic (dashed). Especially important for CALCE.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640080" y="36576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Why Platt Calibration is Better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2"/>
          <p:cNvSpPr/>
          <p:nvPr/>
        </p:nvSpPr>
        <p:spPr>
          <a:xfrm>
            <a:off x="640080" y="1188720"/>
            <a:ext cx="10881000" cy="25200"/>
          </a:xfrm>
          <a:prstGeom prst="rect">
            <a:avLst/>
          </a:prstGeom>
          <a:noFill/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640080" y="1920240"/>
            <a:ext cx="108810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Think of isotonic as drawing a freehand squiggle to fit the data: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 • Follows every bump — works fine on small, clean datasets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 • But overfits on messy, long-tailed data (like CALCE's 8733 cycles)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Platt uses a smooth S-curve instead: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 • Like taking a step back and seeing the big picture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 • More robust — it doesn't chase noise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CALCE Brier: isotonic 0.098 → Platt 0.069 (30% improvement)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640080" y="27432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Finding 4a: Looks Like It Works...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Picture 2" descr="Fig03_CrossChem_With_SOH.png"/>
          <p:cNvPicPr/>
          <p:nvPr/>
        </p:nvPicPr>
        <p:blipFill>
          <a:blip r:embed="rId1"/>
          <a:stretch/>
        </p:blipFill>
        <p:spPr>
          <a:xfrm>
            <a:off x="1371600" y="858960"/>
            <a:ext cx="8915400" cy="490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Box 3"/>
          <p:cNvSpPr/>
          <p:nvPr/>
        </p:nvSpPr>
        <p:spPr>
          <a:xfrm>
            <a:off x="640080" y="594360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With SOH, AUC hits 0.87–1.00 — looks like the model transfers perfectly from LCO to LFP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640080" y="27432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Finding 4b: ...But It's a Trick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Picture 2" descr="Fig04_CrossChem_No_SOH.png"/>
          <p:cNvPicPr/>
          <p:nvPr/>
        </p:nvPicPr>
        <p:blipFill>
          <a:blip r:embed="rId1"/>
          <a:stretch/>
        </p:blipFill>
        <p:spPr>
          <a:xfrm>
            <a:off x="1371600" y="1018440"/>
            <a:ext cx="8686800" cy="469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Box 3"/>
          <p:cNvSpPr/>
          <p:nvPr/>
        </p:nvSpPr>
        <p:spPr>
          <a:xfrm>
            <a:off x="640080" y="594360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Without SOH, AUC collapses to 0.51–0.54 — the model was 'cheating' using SOH as a shortcut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640080" y="36576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The "SOH Lookup Table"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2"/>
          <p:cNvSpPr/>
          <p:nvPr/>
        </p:nvSpPr>
        <p:spPr>
          <a:xfrm>
            <a:off x="640080" y="1188720"/>
            <a:ext cx="10881000" cy="25200"/>
          </a:xfrm>
          <a:prstGeom prst="rect">
            <a:avLst/>
          </a:prstGeom>
          <a:noFill/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640080" y="1920240"/>
            <a:ext cx="108810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When the model has SOH, it learns this rule: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 "SOH = 85% → about 50 more cycles before failure"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It memorizes this from LCO training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LFP batteries happen to have similar SOH values...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...so the model applies the same wrong rule to LFP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Result: predictions look good (high AUC)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But: the model learned nothing about LFP itself — just reused a lookup table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640080" y="36576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What This Means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2"/>
          <p:cNvSpPr/>
          <p:nvPr/>
        </p:nvSpPr>
        <p:spPr>
          <a:xfrm>
            <a:off x="640080" y="1188720"/>
            <a:ext cx="10881000" cy="25200"/>
          </a:xfrm>
          <a:prstGeom prst="rect">
            <a:avLst/>
          </a:prstGeom>
          <a:noFill/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1371600" y="2011680"/>
            <a:ext cx="94179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The hazard framework works reliably</a:t>
            </a:r>
            <a:br>
              <a:rPr sz="3200"/>
            </a:br>
            <a:r>
              <a:rPr lang="en-US" sz="3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within the same battery chemistry</a:t>
            </a:r>
            <a:br>
              <a:rPr sz="3200"/>
            </a:br>
            <a:r>
              <a:rPr lang="en-US" sz="3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(AUC ≥ 0.85).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1371600" y="4389120"/>
            <a:ext cx="94179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But cross-chemistry transfer is an unsolved problem.</a:t>
            </a:r>
            <a:br>
              <a:rPr sz="2000"/>
            </a:br>
            <a:r>
              <a:rPr lang="en-US" sz="20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You cannot train on LCO and deploy on LFP without</a:t>
            </a:r>
            <a:br>
              <a:rPr sz="2000"/>
            </a:br>
            <a:r>
              <a:rPr lang="en-US" sz="20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good features that actually transfer.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640080" y="36576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Caveats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2"/>
          <p:cNvSpPr/>
          <p:nvPr/>
        </p:nvSpPr>
        <p:spPr>
          <a:xfrm>
            <a:off x="640080" y="1188720"/>
            <a:ext cx="10881000" cy="25200"/>
          </a:xfrm>
          <a:prstGeom prst="rect">
            <a:avLst/>
          </a:prstGeom>
          <a:noFill/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640080" y="1920240"/>
            <a:ext cx="108810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Oxford LFP: only 5 cells — small sample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Tested one direction only (LCO → LFP)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Tree-based models only — deep learning might do better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Voltage sag useless for LFP (flat voltage plateau)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Published Brier scores could not be reproduced (code mismatch)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/>
          <p:nvPr/>
        </p:nvSpPr>
        <p:spPr>
          <a:xfrm>
            <a:off x="640080" y="36576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Next Steps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2"/>
          <p:cNvSpPr/>
          <p:nvPr/>
        </p:nvSpPr>
        <p:spPr>
          <a:xfrm>
            <a:off x="640080" y="1188720"/>
            <a:ext cx="10881000" cy="25200"/>
          </a:xfrm>
          <a:prstGeom prst="rect">
            <a:avLst/>
          </a:prstGeom>
          <a:noFill/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640080" y="1920240"/>
            <a:ext cx="108810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Test on larger datasets with more battery types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Design features that are "chemistry-agnostic"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Try deep learning (LSTM, transformers)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Test both directions: LCO→LFP AND LFP→LCO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LibreOffice/26.2.3.2$Linux_X86_64 LibreOffice_project/7d74455cffae7a589951233f185ae0303c082020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2026-06-09T21:06:24Z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