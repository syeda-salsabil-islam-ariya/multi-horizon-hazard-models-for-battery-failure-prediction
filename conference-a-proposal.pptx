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NASA 18650</c:v>
                </c:pt>
                <c:pt idx="1">
                  <c:v>CALCE LCO</c:v>
                </c:pt>
                <c:pt idx="2">
                  <c:v>Oxford LFP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0.92</c:v>
                </c:pt>
                <c:pt idx="1">
                  <c:v>0.87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49-8341-B818-11A0B6F635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NASA 18650</c:v>
                </c:pt>
                <c:pt idx="1">
                  <c:v>CALCE LCO</c:v>
                </c:pt>
                <c:pt idx="2">
                  <c:v>Oxford LFP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</c:v>
                </c:pt>
                <c:pt idx="1">
                  <c:v>0.88</c:v>
                </c:pt>
                <c:pt idx="2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49-8341-B818-11A0B6F635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NASA 18650</c:v>
                </c:pt>
                <c:pt idx="1">
                  <c:v>CALCE LCO</c:v>
                </c:pt>
                <c:pt idx="2">
                  <c:v>Oxford LFP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0.89</c:v>
                </c:pt>
                <c:pt idx="1">
                  <c:v>0.84</c:v>
                </c:pt>
                <c:pt idx="2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49-8341-B818-11A0B6F635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D9D93-34CC-B84C-B520-2DF3E032E680}" type="datetimeFigureOut">
              <a:rPr lang="" smtClean="0"/>
              <a:t>06/08/2026</a:t>
            </a:fld>
            <a:endParaRPr lang="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3B43E-B4D3-DF42-8D7F-01D9A8EAD8C6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427406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PAPER PROPOSAL  · 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XGBoost the Right Model?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the Multihorizon Hazard Framework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Chemistries and Model Classes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71800"/>
            <a:ext cx="850392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on: Shikdar &amp; Laaksonen (2026)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PHM Conference  ·  ICPHM  ·  IEEE ICPS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Timeline: 2 Weeks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ORIGINAL PAPER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Shikdar &amp; Laaksonen (2026) Achieved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reframes battery prognostics entirely. Instead of predicting remaining useful life, it asks a more practical question: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84632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57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is the probability this battery fails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 the next H service cycles?"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directly actionable for grid operators — unlike RUL, which gives a lifetime estimate they cannot easily act 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23444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234440"/>
            <a:ext cx="169164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44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0.89–0.94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2402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NASA 18650 data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60920" y="123444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234440"/>
            <a:ext cx="169164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344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Horizons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5236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∈ {10,20,30,50}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52360" y="22402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tested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77840" y="274320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2743200"/>
            <a:ext cx="169164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8529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0" y="3108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Isotonic Regression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37490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60920" y="274320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60920" y="2743200"/>
            <a:ext cx="169164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8529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52360" y="3108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Dispatch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37490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≤ τ → deploy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Assumptions Were Never Tested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Choice Untested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was selected as the model class without benchmarking against alternatives. The choice may be optimal — but it has never been verified. LightGBM and Random Forest are established competitors that have outperformed XGBoost in similar tabular prediction tasks.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54864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154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Dataset Only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and evaluation used one dataset: NASA 18650 lithium-ion cells. The framework has never been tested on a different battery chemistry or from a different lab. Generalizability is entirely unproven.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WE TEST 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&amp; Model Benchmarks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19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· 18650 Li-ion · 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810512"/>
            <a:ext cx="68580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810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029200" cy="65836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96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Maryland · LCO/NMC chemistry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2587752"/>
            <a:ext cx="6858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5877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029200" cy="65836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Oxford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3547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University · LFP chemistry · Long cycle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3364992"/>
            <a:ext cx="6858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3364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760720" y="1325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BENCHMARKS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1645920"/>
            <a:ext cx="31089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719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97880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model — baseline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242316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2496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97880" y="2788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gradient boosting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320040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97880" y="3566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baseline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8412480" cy="68580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245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COMPOSITE FAILURE LABEL  ·  SOH &lt; 70%  +  Internal Resistance Rise  +  Voltage Sag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faithful to real degradation than a single SOH threshold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WE TEST 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2-Week Execution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2029968"/>
            <a:ext cx="0" cy="18288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45720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Acquisition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0817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CALCE and Oxford datasets. Harmonize cycle format, align column naming, verify charge/discharge labeling.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2871216"/>
            <a:ext cx="0" cy="18288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258568"/>
            <a:ext cx="45720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240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441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Failure Label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4942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composite signal (SOH + resistance + voltage). Validate on NASA baseline. Confirm label distribution.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3712464"/>
            <a:ext cx="0" cy="18288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099816"/>
            <a:ext cx="45720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081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7–10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2826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Experiments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0906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3 model classes × 3 datasets. Record AUC, calibration error (ECE), and inference time. Ensure identical train/test splits.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3941064"/>
            <a:ext cx="45720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3922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11–14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41239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&amp; Writing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931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cross-dataset AUC heatmap. Write paper. Target 6-page IEEE format.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OUR CONTRIBUTION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Add to the Field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411480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model benchmark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systematic comparison of model classes for multihorizon battery hazard estimation. XGBoost validated — or a better alternative identified.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25880"/>
            <a:ext cx="411480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Cross-chemistry validation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8928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evidence the framework transfers beyond 18650 Li-ion to LFP and NMC chemistry, critical for real grid storage adoption.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411480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failure criterion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4015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richer failure label using SOH + resistance + voltage jointly — more faithful to operational degradation, reusable by the community.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8346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834640"/>
            <a:ext cx="411480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Either outcome is publishable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4015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→ original paper strengthened. Alternative wins → the field learns something new. The experiment has value regardless of result.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Cross-Dataset AUC Comparison (Illustrative)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8229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Values are illustrative. Actual results will determine Conference A's key finding.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A  · 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question.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datasets.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models.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definitive answer.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 unvalidated; single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0" y="35478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Cross-chemistry benchmark, composite failure label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95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0" y="38953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+ CALCE + Oxford (all public, free)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42428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90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VENUE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4590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PHM Conference / ICPHM / IEEE ICPS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Conference A - Battery Model Benchmarking</dc:title>
  <dc:subject>PptxGenJS Presentation</dc:subject>
  <dc:creator>PptxGenJS</dc:creator>
  <cp:lastModifiedBy>Syeda Salsabil Islam Ariya</cp:lastModifiedBy>
  <cp:revision>2</cp:revision>
  <dcterms:created xsi:type="dcterms:W3CDTF">2026-06-07T11:49:50Z</dcterms:created>
  <dcterms:modified xsi:type="dcterms:W3CDTF">2026-06-07T18:11:04Z</dcterms:modified>
</cp:coreProperties>
</file>